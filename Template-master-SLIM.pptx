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AEB"/>
    <a:srgbClr val="19232D"/>
    <a:srgbClr val="EDF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22"/>
    <p:restoredTop sz="94643"/>
  </p:normalViewPr>
  <p:slideViewPr>
    <p:cSldViewPr snapToGrid="0">
      <p:cViewPr>
        <p:scale>
          <a:sx n="147" d="100"/>
          <a:sy n="147" d="100"/>
        </p:scale>
        <p:origin x="2152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7" d="100"/>
          <a:sy n="117" d="100"/>
        </p:scale>
        <p:origin x="51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60351C-485E-B4BE-CE5B-7F023059D3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029EA-A578-B5B4-BBAD-8862FF9BE8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89290-7FCB-6F45-8487-D3FA0A82E80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11E56E-DCB3-CC3E-70AF-DAF4B5CF6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8CBDC-AF2E-E408-65C7-3F7A6D3481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6D82A-E680-BF48-9EA1-D524D4DC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84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1C127-5896-2645-8BF1-A97A721DD45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CCB34-AC77-9E49-955C-0D95547DC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97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ster-cover-1.png">
            <a:extLst>
              <a:ext uri="{FF2B5EF4-FFF2-40B4-BE49-F238E27FC236}">
                <a16:creationId xmlns:a16="http://schemas.microsoft.com/office/drawing/2014/main" id="{0436D5F3-7DF0-3636-3DEE-760A30D968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0554AE3-EFB9-E82F-F90C-A67499A45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09" y="2129126"/>
            <a:ext cx="10095346" cy="879475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E75B3C7-C216-C96C-A544-E0B65D9E6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08" y="3202637"/>
            <a:ext cx="10095345" cy="45272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 descr="logo-white.png">
            <a:extLst>
              <a:ext uri="{FF2B5EF4-FFF2-40B4-BE49-F238E27FC236}">
                <a16:creationId xmlns:a16="http://schemas.microsoft.com/office/drawing/2014/main" id="{61DCCD0C-2090-FF60-6876-AD9D5B49B3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968" y="572400"/>
            <a:ext cx="1505160" cy="300960"/>
          </a:xfrm>
          <a:prstGeom prst="rect">
            <a:avLst/>
          </a:prstGeom>
        </p:spPr>
      </p:pic>
      <p:pic>
        <p:nvPicPr>
          <p:cNvPr id="15" name="Picture 14" descr="logo-icon-white-transparent.png">
            <a:extLst>
              <a:ext uri="{FF2B5EF4-FFF2-40B4-BE49-F238E27FC236}">
                <a16:creationId xmlns:a16="http://schemas.microsoft.com/office/drawing/2014/main" id="{201533E0-68FC-FF00-7143-F375629FAD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40000"/>
          </a:blip>
          <a:srcRect r="12430" b="36852"/>
          <a:stretch>
            <a:fillRect/>
          </a:stretch>
        </p:blipFill>
        <p:spPr>
          <a:xfrm>
            <a:off x="9411480" y="5156640"/>
            <a:ext cx="2780520" cy="1701360"/>
          </a:xfrm>
          <a:prstGeom prst="rect">
            <a:avLst/>
          </a:prstGeom>
        </p:spPr>
      </p:pic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137CF349-8FF5-FCBD-139E-CA202DDFEC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0968" y="5882375"/>
            <a:ext cx="4867275" cy="328863"/>
          </a:xfr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9468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B2269A-9FFF-3065-210F-04891675C7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3747"/>
            <a:ext cx="12187380" cy="686174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2A2CB1B-5BB9-0BEC-6AD4-CE8FBE6C2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09" y="2129126"/>
            <a:ext cx="10095346" cy="879475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E5FABAF-D163-9B88-24BD-D471CF0FC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08" y="3202637"/>
            <a:ext cx="10095345" cy="45272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 descr="logo-white.png">
            <a:extLst>
              <a:ext uri="{FF2B5EF4-FFF2-40B4-BE49-F238E27FC236}">
                <a16:creationId xmlns:a16="http://schemas.microsoft.com/office/drawing/2014/main" id="{463AB267-29C1-70F5-0AA8-BC2A96C2D7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968" y="572400"/>
            <a:ext cx="1505160" cy="300960"/>
          </a:xfrm>
          <a:prstGeom prst="rect">
            <a:avLst/>
          </a:prstGeom>
        </p:spPr>
      </p:pic>
      <p:pic>
        <p:nvPicPr>
          <p:cNvPr id="12" name="Picture 11" descr="logo-icon-white-transparent.png">
            <a:extLst>
              <a:ext uri="{FF2B5EF4-FFF2-40B4-BE49-F238E27FC236}">
                <a16:creationId xmlns:a16="http://schemas.microsoft.com/office/drawing/2014/main" id="{FBB2A38D-5DB2-5EFC-83E7-9BB3D47BE3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40000"/>
          </a:blip>
          <a:srcRect r="12430" b="36852"/>
          <a:stretch>
            <a:fillRect/>
          </a:stretch>
        </p:blipFill>
        <p:spPr>
          <a:xfrm>
            <a:off x="9411480" y="5156640"/>
            <a:ext cx="2780520" cy="1701360"/>
          </a:xfrm>
          <a:prstGeom prst="rect">
            <a:avLst/>
          </a:prstGeom>
        </p:spPr>
      </p:pic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EB36870-FA14-965A-6780-680B77179A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0968" y="5882375"/>
            <a:ext cx="4867275" cy="328863"/>
          </a:xfr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13995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Topic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53ECDC-F661-738A-B821-2A0DA1A8E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80725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27A8B11-24CC-2E03-4625-7F327B2DA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09" y="2129126"/>
            <a:ext cx="10095346" cy="879475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0575FD2-EBD2-F1BC-141C-CC9841ED5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08" y="3202637"/>
            <a:ext cx="10095345" cy="45272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1" name="Picture 10" descr="logo-white.png">
            <a:extLst>
              <a:ext uri="{FF2B5EF4-FFF2-40B4-BE49-F238E27FC236}">
                <a16:creationId xmlns:a16="http://schemas.microsoft.com/office/drawing/2014/main" id="{F6397952-83BC-337C-2280-7AF627869C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968" y="572400"/>
            <a:ext cx="1505160" cy="300960"/>
          </a:xfrm>
          <a:prstGeom prst="rect">
            <a:avLst/>
          </a:prstGeom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72EA670-2301-1010-9BF7-C31EF1E71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0968" y="5882375"/>
            <a:ext cx="4867275" cy="328863"/>
          </a:xfr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69892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Topic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0795DA-4DB3-9C02-18AE-4E359919CC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434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08EAA59-4507-B54F-88AB-B8AACC997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09" y="2129126"/>
            <a:ext cx="10095346" cy="879475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92008B7-6113-E68F-5094-83C69BF5F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08" y="3202637"/>
            <a:ext cx="10095345" cy="45272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 descr="logo-white.png">
            <a:extLst>
              <a:ext uri="{FF2B5EF4-FFF2-40B4-BE49-F238E27FC236}">
                <a16:creationId xmlns:a16="http://schemas.microsoft.com/office/drawing/2014/main" id="{00342A78-51DE-85F5-DF39-2A929987C9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968" y="572400"/>
            <a:ext cx="1505160" cy="300960"/>
          </a:xfrm>
          <a:prstGeom prst="rect">
            <a:avLst/>
          </a:prstGeom>
        </p:spPr>
      </p:pic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4A70387A-55DF-9746-02B2-3FE39C124A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0968" y="5882375"/>
            <a:ext cx="4867275" cy="328863"/>
          </a:xfr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39802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Topic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63C420-0870-35A1-A59F-2A1ACA2852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434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FA4C9B3-3474-E472-E842-98E5EF3CC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09" y="2129126"/>
            <a:ext cx="10095346" cy="879475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93BE5B1-0884-F83A-AC92-CD250F378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08" y="3202637"/>
            <a:ext cx="10095345" cy="45272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 descr="logo-white.png">
            <a:extLst>
              <a:ext uri="{FF2B5EF4-FFF2-40B4-BE49-F238E27FC236}">
                <a16:creationId xmlns:a16="http://schemas.microsoft.com/office/drawing/2014/main" id="{215860A9-9D84-4E63-582F-1D105499FE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968" y="572400"/>
            <a:ext cx="1505160" cy="300960"/>
          </a:xfrm>
          <a:prstGeom prst="rect">
            <a:avLst/>
          </a:prstGeom>
        </p:spPr>
      </p:pic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ADFCC165-4D41-6FB0-3E6D-E7322EBBEF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0968" y="5882375"/>
            <a:ext cx="4867275" cy="328863"/>
          </a:xfr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5391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Topic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2675D5-800E-A805-57DA-2F57EEF7F0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434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3DA1658-576E-CA1D-6387-DD28CE6DB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09" y="2129126"/>
            <a:ext cx="10095346" cy="879475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9C4898E-76F7-8427-B2B9-7D10545BB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08" y="3202637"/>
            <a:ext cx="10095345" cy="45272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 descr="logo-white.png">
            <a:extLst>
              <a:ext uri="{FF2B5EF4-FFF2-40B4-BE49-F238E27FC236}">
                <a16:creationId xmlns:a16="http://schemas.microsoft.com/office/drawing/2014/main" id="{7F4B0AAC-8AA5-E612-1D7C-34A24D324D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968" y="572400"/>
            <a:ext cx="1505160" cy="300960"/>
          </a:xfrm>
          <a:prstGeom prst="rect">
            <a:avLst/>
          </a:prstGeom>
        </p:spPr>
      </p:pic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145C3647-AA9C-1994-0A6A-242449BC4D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0968" y="5882375"/>
            <a:ext cx="4867275" cy="328863"/>
          </a:xfr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99852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Topic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C27ACA-8FC4-C86B-FFA0-F43CD32A10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434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A388E1F-985A-6ACD-70DE-1477332E7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09" y="2129126"/>
            <a:ext cx="10095346" cy="879475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BAC4CB5-82FE-8DBF-95EE-9B49623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08" y="3202637"/>
            <a:ext cx="10095345" cy="45272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 descr="logo-white.png">
            <a:extLst>
              <a:ext uri="{FF2B5EF4-FFF2-40B4-BE49-F238E27FC236}">
                <a16:creationId xmlns:a16="http://schemas.microsoft.com/office/drawing/2014/main" id="{E2B026F6-E0C7-A222-6402-19636AF5EE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968" y="572400"/>
            <a:ext cx="1505160" cy="300960"/>
          </a:xfrm>
          <a:prstGeom prst="rect">
            <a:avLst/>
          </a:prstGeom>
        </p:spPr>
      </p:pic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B2037808-B904-BCCB-F068-F6ED700C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0968" y="5882375"/>
            <a:ext cx="4867275" cy="328863"/>
          </a:xfr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5867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Topic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A05E6C-A70E-B42F-1948-4FCBA70D55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434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BF7AB6-8FD5-D758-1CCF-E7766D583E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09" y="2129126"/>
            <a:ext cx="10095346" cy="879475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2B77498-E732-E96C-2905-138DF4F84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08" y="3202637"/>
            <a:ext cx="10095345" cy="45272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 descr="logo-white.png">
            <a:extLst>
              <a:ext uri="{FF2B5EF4-FFF2-40B4-BE49-F238E27FC236}">
                <a16:creationId xmlns:a16="http://schemas.microsoft.com/office/drawing/2014/main" id="{A5CA856A-3C28-7680-1605-7D590FD09A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968" y="572400"/>
            <a:ext cx="1505160" cy="300960"/>
          </a:xfrm>
          <a:prstGeom prst="rect">
            <a:avLst/>
          </a:prstGeom>
        </p:spPr>
      </p:pic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02616B84-8EB2-2E9F-251D-1D0FE97441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0968" y="5882375"/>
            <a:ext cx="4867275" cy="328863"/>
          </a:xfr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97903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6D4ACD1-182C-02C5-1346-DF088FD888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00" y="474080"/>
            <a:ext cx="10515600" cy="572400"/>
          </a:xfrm>
        </p:spPr>
        <p:txBody>
          <a:bodyPr/>
          <a:lstStyle>
            <a:lvl1pPr>
              <a:defRPr sz="33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69A0D3-E9D7-7C72-06B0-456C19C3A06A}"/>
              </a:ext>
            </a:extLst>
          </p:cNvPr>
          <p:cNvSpPr/>
          <p:nvPr userDrawn="1"/>
        </p:nvSpPr>
        <p:spPr>
          <a:xfrm>
            <a:off x="0" y="474080"/>
            <a:ext cx="543600" cy="572400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B973E93-F8E8-27BD-05A0-6B83969BED61}"/>
              </a:ext>
            </a:extLst>
          </p:cNvPr>
          <p:cNvSpPr txBox="1">
            <a:spLocks/>
          </p:cNvSpPr>
          <p:nvPr userDrawn="1"/>
        </p:nvSpPr>
        <p:spPr>
          <a:xfrm>
            <a:off x="633600" y="1604692"/>
            <a:ext cx="644594" cy="57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19232D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600" dirty="0">
                <a:solidFill>
                  <a:srgbClr val="00AAEB"/>
                </a:solidFill>
              </a:rPr>
              <a:t>01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080345E-4468-366A-318E-7CAB2E382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0497" y="1707894"/>
            <a:ext cx="9871006" cy="36599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9E33D11-52AF-3775-32C3-791199228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2534" b="36928"/>
          <a:stretch>
            <a:fillRect/>
          </a:stretch>
        </p:blipFill>
        <p:spPr>
          <a:xfrm>
            <a:off x="9411325" y="5156640"/>
            <a:ext cx="2780675" cy="170136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ED7D35D-55A4-6990-6C8F-1A4D068FE7DA}"/>
              </a:ext>
            </a:extLst>
          </p:cNvPr>
          <p:cNvSpPr/>
          <p:nvPr userDrawn="1"/>
        </p:nvSpPr>
        <p:spPr>
          <a:xfrm>
            <a:off x="0" y="6826248"/>
            <a:ext cx="12193200" cy="31752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93F46F19-AA07-9186-AC3E-25539832725C}"/>
              </a:ext>
            </a:extLst>
          </p:cNvPr>
          <p:cNvSpPr txBox="1">
            <a:spLocks/>
          </p:cNvSpPr>
          <p:nvPr userDrawn="1"/>
        </p:nvSpPr>
        <p:spPr>
          <a:xfrm>
            <a:off x="633600" y="2177092"/>
            <a:ext cx="644594" cy="57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19232D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600" dirty="0">
                <a:solidFill>
                  <a:srgbClr val="00AAEB"/>
                </a:solidFill>
              </a:rPr>
              <a:t>02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C432EE5-9028-2183-07E7-324EFD1FAC3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160497" y="2280294"/>
            <a:ext cx="9871006" cy="36599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3E908ECA-50EF-A435-26B4-63F033802DE7}"/>
              </a:ext>
            </a:extLst>
          </p:cNvPr>
          <p:cNvSpPr txBox="1">
            <a:spLocks/>
          </p:cNvSpPr>
          <p:nvPr userDrawn="1"/>
        </p:nvSpPr>
        <p:spPr>
          <a:xfrm>
            <a:off x="633600" y="2749492"/>
            <a:ext cx="644594" cy="57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19232D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600" dirty="0">
                <a:solidFill>
                  <a:srgbClr val="00AAEB"/>
                </a:solidFill>
              </a:rPr>
              <a:t>03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B708E606-E906-B2B2-23A5-225E77BB792B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160497" y="2852694"/>
            <a:ext cx="9871006" cy="36599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4618B3CE-0569-CBBB-E899-8264964AD042}"/>
              </a:ext>
            </a:extLst>
          </p:cNvPr>
          <p:cNvSpPr txBox="1">
            <a:spLocks/>
          </p:cNvSpPr>
          <p:nvPr userDrawn="1"/>
        </p:nvSpPr>
        <p:spPr>
          <a:xfrm>
            <a:off x="633600" y="3321892"/>
            <a:ext cx="644594" cy="57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19232D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600" dirty="0">
                <a:solidFill>
                  <a:srgbClr val="00AAEB"/>
                </a:solidFill>
              </a:rPr>
              <a:t>04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DD35608-157E-C564-5C77-32BC72640D5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160497" y="3425094"/>
            <a:ext cx="9871006" cy="36599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2F833259-05DE-9B91-F5D8-34E4EA09C56E}"/>
              </a:ext>
            </a:extLst>
          </p:cNvPr>
          <p:cNvSpPr txBox="1">
            <a:spLocks/>
          </p:cNvSpPr>
          <p:nvPr userDrawn="1"/>
        </p:nvSpPr>
        <p:spPr>
          <a:xfrm>
            <a:off x="633600" y="3893758"/>
            <a:ext cx="644594" cy="57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19232D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600" dirty="0">
                <a:solidFill>
                  <a:srgbClr val="00AAEB"/>
                </a:solidFill>
              </a:rPr>
              <a:t>05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458D4400-6D8A-B664-5040-D9AB3658315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60497" y="3996960"/>
            <a:ext cx="9871006" cy="36599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06BAE7D8-E7B6-9B4C-F9E9-C28FCA3D9B12}"/>
              </a:ext>
            </a:extLst>
          </p:cNvPr>
          <p:cNvSpPr txBox="1">
            <a:spLocks/>
          </p:cNvSpPr>
          <p:nvPr userDrawn="1"/>
        </p:nvSpPr>
        <p:spPr>
          <a:xfrm>
            <a:off x="633600" y="4465624"/>
            <a:ext cx="644594" cy="57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19232D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600" dirty="0">
                <a:solidFill>
                  <a:srgbClr val="00AAEB"/>
                </a:solidFill>
              </a:rPr>
              <a:t>06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A470B859-DBB2-BFCE-322D-3D796A1F7D5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160497" y="4568826"/>
            <a:ext cx="9871006" cy="36599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F8543692-5B32-A696-CF66-CC00E844E994}"/>
              </a:ext>
            </a:extLst>
          </p:cNvPr>
          <p:cNvSpPr txBox="1">
            <a:spLocks/>
          </p:cNvSpPr>
          <p:nvPr userDrawn="1"/>
        </p:nvSpPr>
        <p:spPr>
          <a:xfrm>
            <a:off x="633600" y="5035366"/>
            <a:ext cx="644594" cy="57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19232D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600" dirty="0">
                <a:solidFill>
                  <a:srgbClr val="00AAEB"/>
                </a:solidFill>
              </a:rPr>
              <a:t>07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1B975B93-D694-423C-DEFC-7D149B34A35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160497" y="5138568"/>
            <a:ext cx="9871006" cy="36599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4776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C493-7930-BAE0-3210-63F3C8F5C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2606" y="1122363"/>
            <a:ext cx="9566787" cy="2387600"/>
          </a:xfrm>
        </p:spPr>
        <p:txBody>
          <a:bodyPr anchor="b"/>
          <a:lstStyle>
            <a:lvl1pPr algn="ctr"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40CD9-984D-EB4A-CFF4-977353FCB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2606" y="3602038"/>
            <a:ext cx="9566787" cy="1655762"/>
          </a:xfrm>
        </p:spPr>
        <p:txBody>
          <a:bodyPr/>
          <a:lstStyle>
            <a:lvl1pPr marL="0" indent="0" algn="ctr"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36C611-0CB1-FFC9-C4DC-C3DFAE836F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3016" y="6539887"/>
            <a:ext cx="778384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24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FDA7B0-26C7-4BA9-9E4E-43A6FE43A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73D46D-C3EC-83CE-ACB7-2F2A87BF3CA4}"/>
              </a:ext>
            </a:extLst>
          </p:cNvPr>
          <p:cNvSpPr/>
          <p:nvPr userDrawn="1"/>
        </p:nvSpPr>
        <p:spPr>
          <a:xfrm>
            <a:off x="0" y="474080"/>
            <a:ext cx="543600" cy="572400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293AEAF-ECDF-A0F3-134F-1BCD546C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474080"/>
            <a:ext cx="10515600" cy="572400"/>
          </a:xfrm>
        </p:spPr>
        <p:txBody>
          <a:bodyPr/>
          <a:lstStyle>
            <a:lvl1pPr>
              <a:defRPr sz="33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FB88E72-249B-F3D4-96E1-BADA125229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3016" y="6539887"/>
            <a:ext cx="778384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12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688F-50CF-FE2F-FAEA-B5927F2E5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C18B9-22B0-2888-8D23-9CB1498C4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F92325-DB22-04DE-CB2D-80F8B7B696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3016" y="6539887"/>
            <a:ext cx="778384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309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-background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ster-cover-1.png">
            <a:extLst>
              <a:ext uri="{FF2B5EF4-FFF2-40B4-BE49-F238E27FC236}">
                <a16:creationId xmlns:a16="http://schemas.microsoft.com/office/drawing/2014/main" id="{DA42706D-82CF-338C-53A4-EE784380F6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8" name="Picture 7" descr="logo-white.png">
            <a:extLst>
              <a:ext uri="{FF2B5EF4-FFF2-40B4-BE49-F238E27FC236}">
                <a16:creationId xmlns:a16="http://schemas.microsoft.com/office/drawing/2014/main" id="{45A506C1-7ADC-7F7C-47DE-DD3A6A3AB0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968" y="572400"/>
            <a:ext cx="1505160" cy="300960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494D8F95-2805-DBEB-EA5F-BBA661DD7940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738908" y="5247747"/>
            <a:ext cx="5081789" cy="45272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7865CE25-12DA-0F43-3DC8-03E5DB04A6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9797" y="4482391"/>
            <a:ext cx="5080899" cy="668338"/>
          </a:xfrm>
        </p:spPr>
        <p:txBody>
          <a:bodyPr/>
          <a:lstStyle>
            <a:lvl1pPr>
              <a:buNone/>
              <a:defRPr sz="3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the title</a:t>
            </a:r>
          </a:p>
        </p:txBody>
      </p:sp>
      <p:sp>
        <p:nvSpPr>
          <p:cNvPr id="25" name="Online Image Placeholder 6">
            <a:extLst>
              <a:ext uri="{FF2B5EF4-FFF2-40B4-BE49-F238E27FC236}">
                <a16:creationId xmlns:a16="http://schemas.microsoft.com/office/drawing/2014/main" id="{9163399F-FA46-8622-B1EA-98F69FBB7EAC}"/>
              </a:ext>
            </a:extLst>
          </p:cNvPr>
          <p:cNvSpPr>
            <a:spLocks noGrp="1"/>
          </p:cNvSpPr>
          <p:nvPr>
            <p:ph type="clipArt" sz="quarter" idx="17"/>
          </p:nvPr>
        </p:nvSpPr>
        <p:spPr>
          <a:xfrm>
            <a:off x="6961239" y="1103737"/>
            <a:ext cx="2170765" cy="2168958"/>
          </a:xfrm>
          <a:prstGeom prst="ellipse">
            <a:avLst/>
          </a:prstGeom>
          <a:ln w="50800">
            <a:solidFill>
              <a:schemeClr val="bg1">
                <a:alpha val="2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Online Image Placeholder 6">
            <a:extLst>
              <a:ext uri="{FF2B5EF4-FFF2-40B4-BE49-F238E27FC236}">
                <a16:creationId xmlns:a16="http://schemas.microsoft.com/office/drawing/2014/main" id="{45D1FFB8-4879-BA88-4C23-8E69745EDA6A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8179393" y="1850284"/>
            <a:ext cx="3303194" cy="3300445"/>
          </a:xfrm>
          <a:prstGeom prst="ellipse">
            <a:avLst/>
          </a:prstGeom>
          <a:ln w="50800">
            <a:solidFill>
              <a:schemeClr val="bg1">
                <a:alpha val="2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6">
            <a:extLst>
              <a:ext uri="{FF2B5EF4-FFF2-40B4-BE49-F238E27FC236}">
                <a16:creationId xmlns:a16="http://schemas.microsoft.com/office/drawing/2014/main" id="{029542C9-7FF7-21C3-31EF-D3DED5D6093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7248322" y="3863266"/>
            <a:ext cx="1908175" cy="1906587"/>
          </a:xfrm>
          <a:prstGeom prst="ellipse">
            <a:avLst/>
          </a:prstGeom>
          <a:ln w="50800">
            <a:solidFill>
              <a:schemeClr val="bg1">
                <a:alpha val="20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18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-background-2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ster-cover-1.png">
            <a:extLst>
              <a:ext uri="{FF2B5EF4-FFF2-40B4-BE49-F238E27FC236}">
                <a16:creationId xmlns:a16="http://schemas.microsoft.com/office/drawing/2014/main" id="{DA42706D-82CF-338C-53A4-EE784380F6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8" name="Picture 7" descr="logo-white.png">
            <a:extLst>
              <a:ext uri="{FF2B5EF4-FFF2-40B4-BE49-F238E27FC236}">
                <a16:creationId xmlns:a16="http://schemas.microsoft.com/office/drawing/2014/main" id="{45A506C1-7ADC-7F7C-47DE-DD3A6A3AB0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968" y="572400"/>
            <a:ext cx="1505160" cy="300960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494D8F95-2805-DBEB-EA5F-BBA661DD7940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738908" y="5247747"/>
            <a:ext cx="5081789" cy="45272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D1BEE50-89AB-7518-732C-877BF89A7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618799" y="0"/>
            <a:ext cx="4573201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2BB0E-9DF8-67ED-A0CA-4D345F39FB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20000" y="-1"/>
            <a:ext cx="4572000" cy="6858000"/>
          </a:xfrm>
          <a:prstGeom prst="rect">
            <a:avLst/>
          </a:prstGeom>
        </p:spPr>
      </p:pic>
      <p:sp>
        <p:nvSpPr>
          <p:cNvPr id="6" name="Text Placeholder 31">
            <a:extLst>
              <a:ext uri="{FF2B5EF4-FFF2-40B4-BE49-F238E27FC236}">
                <a16:creationId xmlns:a16="http://schemas.microsoft.com/office/drawing/2014/main" id="{2FD402E7-959D-749E-82B3-E6D68D13BF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9797" y="4482391"/>
            <a:ext cx="5080899" cy="668338"/>
          </a:xfrm>
        </p:spPr>
        <p:txBody>
          <a:bodyPr/>
          <a:lstStyle>
            <a:lvl1pPr>
              <a:buNone/>
              <a:defRPr sz="3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the title</a:t>
            </a:r>
          </a:p>
        </p:txBody>
      </p:sp>
    </p:spTree>
    <p:extLst>
      <p:ext uri="{BB962C8B-B14F-4D97-AF65-F5344CB8AC3E}">
        <p14:creationId xmlns:p14="http://schemas.microsoft.com/office/powerpoint/2010/main" val="3968412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736261-03FF-5CC5-9F8C-D23FFC892C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31"/>
          <a:stretch>
            <a:fillRect/>
          </a:stretch>
        </p:blipFill>
        <p:spPr>
          <a:xfrm>
            <a:off x="5378244" y="0"/>
            <a:ext cx="6813755" cy="6858000"/>
          </a:xfrm>
          <a:prstGeom prst="rect">
            <a:avLst/>
          </a:prstGeom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F6DF951-0F4A-EC08-212F-2468AC74C6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2206" y="1046480"/>
            <a:ext cx="6125497" cy="58115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507830-B598-5B38-B5C0-AEFF0229A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4713"/>
          <a:stretch>
            <a:fillRect/>
          </a:stretch>
        </p:blipFill>
        <p:spPr>
          <a:xfrm>
            <a:off x="0" y="-1"/>
            <a:ext cx="5397910" cy="6858001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79E9ED97-CE52-E519-8E31-C123BB04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474080"/>
            <a:ext cx="4313703" cy="981094"/>
          </a:xfrm>
        </p:spPr>
        <p:txBody>
          <a:bodyPr/>
          <a:lstStyle>
            <a:lvl1pPr>
              <a:defRPr sz="33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8ED92F-D39A-A5BD-0336-04D7F2BC36C7}"/>
              </a:ext>
            </a:extLst>
          </p:cNvPr>
          <p:cNvSpPr/>
          <p:nvPr userDrawn="1"/>
        </p:nvSpPr>
        <p:spPr>
          <a:xfrm>
            <a:off x="0" y="474080"/>
            <a:ext cx="543600" cy="572400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25298DA-48A1-A9BC-4893-D88E070A3D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3600" y="2396152"/>
            <a:ext cx="4469341" cy="365996"/>
          </a:xfrm>
        </p:spPr>
        <p:txBody>
          <a:bodyPr/>
          <a:lstStyle>
            <a:lvl1pPr marL="0" indent="0">
              <a:buNone/>
              <a:defRPr sz="20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CCAB2FA-D758-D66C-A1DA-EAE76F85B579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33599" y="2954106"/>
            <a:ext cx="4469341" cy="365996"/>
          </a:xfrm>
        </p:spPr>
        <p:txBody>
          <a:bodyPr/>
          <a:lstStyle>
            <a:lvl1pPr marL="0" indent="0">
              <a:buNone/>
              <a:defRPr sz="20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165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ub-section">
    <p:bg>
      <p:bgPr>
        <a:solidFill>
          <a:srgbClr val="00A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-icon-white-transparent.png">
            <a:extLst>
              <a:ext uri="{FF2B5EF4-FFF2-40B4-BE49-F238E27FC236}">
                <a16:creationId xmlns:a16="http://schemas.microsoft.com/office/drawing/2014/main" id="{3AA3F410-A7F4-D2B4-FCBC-13B3D18120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r="12430" b="36852"/>
          <a:stretch>
            <a:fillRect/>
          </a:stretch>
        </p:blipFill>
        <p:spPr>
          <a:xfrm>
            <a:off x="9411480" y="5156640"/>
            <a:ext cx="2780520" cy="170136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26CB6A3-F503-361D-67CA-3A183A3E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3200" y="474080"/>
            <a:ext cx="10515600" cy="572400"/>
          </a:xfrm>
        </p:spPr>
        <p:txBody>
          <a:bodyPr/>
          <a:lstStyle>
            <a:lvl1pPr>
              <a:defRPr sz="33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62884F-8F70-F225-AE7A-BD7BB82D0C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505" y="510172"/>
            <a:ext cx="588964" cy="500216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8085517-F99C-23BF-9AF2-B518C6E8A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8065" y="2384578"/>
            <a:ext cx="10515600" cy="365996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494C49-99DE-0F25-0958-3F95C49177FA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958065" y="1873301"/>
            <a:ext cx="10515600" cy="365996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3BE80CD-72E0-F8AC-5F3C-25838DF99F8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958065" y="3515288"/>
            <a:ext cx="10515600" cy="365996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A13DEB8-B606-CD89-0BCE-44B94E6694E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58065" y="3004011"/>
            <a:ext cx="10515600" cy="365996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92DFE19-847F-DE8E-E1B5-787E8877CD7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58065" y="4606668"/>
            <a:ext cx="10515600" cy="365996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9B6791-7E99-307C-C0F6-5A5F0E7981E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958065" y="4095391"/>
            <a:ext cx="10515600" cy="365996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B01E84C-44E1-CE85-4370-36BF849BA3E6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958065" y="5698049"/>
            <a:ext cx="10515600" cy="365996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39B5FDB6-C749-75D4-40A4-F0EECB229A5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958065" y="5186772"/>
            <a:ext cx="10515600" cy="365996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76317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F78328-921C-BA80-4108-42AE854B9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4A753F6-5060-CC55-A153-9F0257EE3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B18AB-ECA2-7960-9366-3601333FF4BB}"/>
              </a:ext>
            </a:extLst>
          </p:cNvPr>
          <p:cNvSpPr/>
          <p:nvPr userDrawn="1"/>
        </p:nvSpPr>
        <p:spPr>
          <a:xfrm>
            <a:off x="0" y="474080"/>
            <a:ext cx="543600" cy="572400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0E99C1B-DF3E-90EB-AA08-F0FEDECCE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474080"/>
            <a:ext cx="10515600" cy="572400"/>
          </a:xfrm>
        </p:spPr>
        <p:txBody>
          <a:bodyPr/>
          <a:lstStyle>
            <a:lvl1pPr>
              <a:defRPr sz="33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F3F41A-2096-DAFF-7F41-E5BF4C0CD3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3016" y="6539887"/>
            <a:ext cx="778384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518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34E52E1-99AE-6CD8-CB7C-DB69C560D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solidFill>
            <a:srgbClr val="00AAEB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B1CB1A-1DB6-E188-4173-8476EC49D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9E868DE-2832-774B-9023-E87E47125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solidFill>
            <a:srgbClr val="00AAEB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101CC39F-8211-7F55-1F56-61A972604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B489D2-CA98-E715-B10C-871D6D0F0478}"/>
              </a:ext>
            </a:extLst>
          </p:cNvPr>
          <p:cNvSpPr/>
          <p:nvPr userDrawn="1"/>
        </p:nvSpPr>
        <p:spPr>
          <a:xfrm>
            <a:off x="0" y="474080"/>
            <a:ext cx="543600" cy="572400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34EB02A-312D-3AF6-B84F-961FB4179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474080"/>
            <a:ext cx="10515600" cy="572400"/>
          </a:xfrm>
        </p:spPr>
        <p:txBody>
          <a:bodyPr/>
          <a:lstStyle>
            <a:lvl1pPr>
              <a:defRPr sz="33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8BDE3C0-5834-7411-CEE9-2E1CA82E3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3016" y="6539887"/>
            <a:ext cx="778384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510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54B802-7B5B-1774-9343-6BCCE64724FB}"/>
              </a:ext>
            </a:extLst>
          </p:cNvPr>
          <p:cNvSpPr/>
          <p:nvPr userDrawn="1"/>
        </p:nvSpPr>
        <p:spPr>
          <a:xfrm>
            <a:off x="777629" y="1263648"/>
            <a:ext cx="4966703" cy="25401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3FC619-3ECC-F541-BA6C-9ABE88ED2839}"/>
              </a:ext>
            </a:extLst>
          </p:cNvPr>
          <p:cNvSpPr/>
          <p:nvPr userDrawn="1"/>
        </p:nvSpPr>
        <p:spPr>
          <a:xfrm>
            <a:off x="0" y="474080"/>
            <a:ext cx="543600" cy="572400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49FB20D-9EE9-451B-E2D5-C3B69B2F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474080"/>
            <a:ext cx="10515600" cy="572400"/>
          </a:xfrm>
        </p:spPr>
        <p:txBody>
          <a:bodyPr/>
          <a:lstStyle>
            <a:lvl1pPr>
              <a:defRPr sz="33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7BCBFA0-9154-A28E-0887-677522E3C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7630" y="1340338"/>
            <a:ext cx="4966688" cy="134620"/>
          </a:xfrm>
        </p:spPr>
        <p:txBody>
          <a:bodyPr anchor="ctr"/>
          <a:lstStyle>
            <a:lvl1pPr>
              <a:buNone/>
              <a:defRPr sz="9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17D246B8-A7DB-C6CE-B2CF-1C1EE8A9C9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7630" y="1543539"/>
            <a:ext cx="4966688" cy="203197"/>
          </a:xfrm>
        </p:spPr>
        <p:txBody>
          <a:bodyPr anchor="ctr"/>
          <a:lstStyle>
            <a:lvl1pPr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835B4EB-3A22-F897-3C49-3A1DCEB7110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777617" y="1873255"/>
            <a:ext cx="4966688" cy="4510665"/>
          </a:xfrm>
        </p:spPr>
        <p:txBody>
          <a:bodyPr/>
          <a:lstStyle>
            <a:lvl1pPr marL="0" indent="0">
              <a:buNone/>
              <a:defRPr sz="16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E957442-DFF9-7EC7-D9C8-E47D13E1373E}"/>
              </a:ext>
            </a:extLst>
          </p:cNvPr>
          <p:cNvSpPr/>
          <p:nvPr userDrawn="1"/>
        </p:nvSpPr>
        <p:spPr>
          <a:xfrm>
            <a:off x="6248398" y="1263648"/>
            <a:ext cx="4966703" cy="25401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 Placeholder 25">
            <a:extLst>
              <a:ext uri="{FF2B5EF4-FFF2-40B4-BE49-F238E27FC236}">
                <a16:creationId xmlns:a16="http://schemas.microsoft.com/office/drawing/2014/main" id="{E4DF5981-15C2-F9E9-1BC3-6C4DC9E332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48399" y="1340338"/>
            <a:ext cx="4966688" cy="134620"/>
          </a:xfrm>
        </p:spPr>
        <p:txBody>
          <a:bodyPr anchor="ctr"/>
          <a:lstStyle>
            <a:lvl1pPr>
              <a:buNone/>
              <a:defRPr sz="9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CF32A090-A9BE-73CA-EFAD-5DC3C4DB6E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399" y="1543539"/>
            <a:ext cx="4966688" cy="203197"/>
          </a:xfrm>
        </p:spPr>
        <p:txBody>
          <a:bodyPr anchor="ctr"/>
          <a:lstStyle>
            <a:lvl1pPr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F6F4A07C-3004-5CA0-A53F-6866239023C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248386" y="1873255"/>
            <a:ext cx="4966688" cy="4510665"/>
          </a:xfrm>
        </p:spPr>
        <p:txBody>
          <a:bodyPr/>
          <a:lstStyle>
            <a:lvl1pPr marL="0" indent="0">
              <a:buNone/>
              <a:defRPr sz="16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88489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2 Columns - Blue Title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B3FC619-3ECC-F541-BA6C-9ABE88ED2839}"/>
              </a:ext>
            </a:extLst>
          </p:cNvPr>
          <p:cNvSpPr/>
          <p:nvPr userDrawn="1"/>
        </p:nvSpPr>
        <p:spPr>
          <a:xfrm>
            <a:off x="0" y="474080"/>
            <a:ext cx="543600" cy="572400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49FB20D-9EE9-451B-E2D5-C3B69B2F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474080"/>
            <a:ext cx="10515600" cy="572400"/>
          </a:xfrm>
        </p:spPr>
        <p:txBody>
          <a:bodyPr/>
          <a:lstStyle>
            <a:lvl1pPr>
              <a:defRPr sz="33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17D246B8-A7DB-C6CE-B2CF-1C1EE8A9C9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7630" y="1263648"/>
            <a:ext cx="4966688" cy="483088"/>
          </a:xfrm>
          <a:solidFill>
            <a:srgbClr val="00AAEB"/>
          </a:solidFill>
        </p:spPr>
        <p:txBody>
          <a:bodyPr anchor="ctr"/>
          <a:lstStyle>
            <a:lvl1pPr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835B4EB-3A22-F897-3C49-3A1DCEB7110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777617" y="1873255"/>
            <a:ext cx="4966688" cy="4510665"/>
          </a:xfrm>
        </p:spPr>
        <p:txBody>
          <a:bodyPr/>
          <a:lstStyle>
            <a:lvl1pPr marL="0" indent="0">
              <a:buNone/>
              <a:defRPr sz="16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FD07FF52-ED72-44C2-9538-794103C169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2768" y="1263648"/>
            <a:ext cx="4966688" cy="483088"/>
          </a:xfrm>
          <a:solidFill>
            <a:srgbClr val="00AAEB"/>
          </a:solidFill>
        </p:spPr>
        <p:txBody>
          <a:bodyPr anchor="ctr"/>
          <a:lstStyle>
            <a:lvl1pPr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3115C69-3C99-C15C-1854-4FF4FDD16809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232755" y="1873255"/>
            <a:ext cx="4966688" cy="4510665"/>
          </a:xfrm>
        </p:spPr>
        <p:txBody>
          <a:bodyPr/>
          <a:lstStyle>
            <a:lvl1pPr marL="0" indent="0">
              <a:buNone/>
              <a:defRPr sz="16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775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s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54B802-7B5B-1774-9343-6BCCE64724FB}"/>
              </a:ext>
            </a:extLst>
          </p:cNvPr>
          <p:cNvSpPr/>
          <p:nvPr userDrawn="1"/>
        </p:nvSpPr>
        <p:spPr>
          <a:xfrm>
            <a:off x="457200" y="1263648"/>
            <a:ext cx="3589870" cy="25401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3FC619-3ECC-F541-BA6C-9ABE88ED2839}"/>
              </a:ext>
            </a:extLst>
          </p:cNvPr>
          <p:cNvSpPr/>
          <p:nvPr userDrawn="1"/>
        </p:nvSpPr>
        <p:spPr>
          <a:xfrm>
            <a:off x="0" y="474080"/>
            <a:ext cx="543600" cy="572400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49FB20D-9EE9-451B-E2D5-C3B69B2F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474080"/>
            <a:ext cx="10515600" cy="572400"/>
          </a:xfrm>
        </p:spPr>
        <p:txBody>
          <a:bodyPr/>
          <a:lstStyle>
            <a:lvl1pPr>
              <a:defRPr sz="33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7BCBFA0-9154-A28E-0887-677522E3C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40338"/>
            <a:ext cx="3589859" cy="134620"/>
          </a:xfrm>
        </p:spPr>
        <p:txBody>
          <a:bodyPr anchor="ctr"/>
          <a:lstStyle>
            <a:lvl1pPr>
              <a:buNone/>
              <a:defRPr sz="9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17D246B8-A7DB-C6CE-B2CF-1C1EE8A9C9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543539"/>
            <a:ext cx="3589859" cy="203197"/>
          </a:xfrm>
        </p:spPr>
        <p:txBody>
          <a:bodyPr anchor="ctr"/>
          <a:lstStyle>
            <a:lvl1pPr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835B4EB-3A22-F897-3C49-3A1DCEB7110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57187" y="1873255"/>
            <a:ext cx="3589859" cy="4510665"/>
          </a:xfrm>
        </p:spPr>
        <p:txBody>
          <a:bodyPr/>
          <a:lstStyle>
            <a:lvl1pPr marL="0" indent="0">
              <a:buNone/>
              <a:defRPr sz="16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D4848-6EA6-9396-C632-C3AB3FCDADBE}"/>
              </a:ext>
            </a:extLst>
          </p:cNvPr>
          <p:cNvSpPr/>
          <p:nvPr userDrawn="1"/>
        </p:nvSpPr>
        <p:spPr>
          <a:xfrm>
            <a:off x="4301095" y="1263648"/>
            <a:ext cx="3589870" cy="25401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982528CD-C536-393B-5A9C-1EE78A0B2F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01095" y="1340338"/>
            <a:ext cx="3589859" cy="134620"/>
          </a:xfrm>
        </p:spPr>
        <p:txBody>
          <a:bodyPr anchor="ctr"/>
          <a:lstStyle>
            <a:lvl1pPr>
              <a:buNone/>
              <a:defRPr sz="9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9754ECD9-6F55-1AE3-4FB3-92DF2DE015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1095" y="1543539"/>
            <a:ext cx="3589859" cy="203197"/>
          </a:xfrm>
        </p:spPr>
        <p:txBody>
          <a:bodyPr anchor="ctr"/>
          <a:lstStyle>
            <a:lvl1pPr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3121DC9F-5226-7514-4A32-E0513B2B809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301082" y="1873255"/>
            <a:ext cx="3589859" cy="4510665"/>
          </a:xfrm>
        </p:spPr>
        <p:txBody>
          <a:bodyPr/>
          <a:lstStyle>
            <a:lvl1pPr marL="0" indent="0">
              <a:buNone/>
              <a:defRPr sz="16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556B0A5-47AA-277A-EE2A-1F75D9026CAF}"/>
              </a:ext>
            </a:extLst>
          </p:cNvPr>
          <p:cNvSpPr/>
          <p:nvPr userDrawn="1"/>
        </p:nvSpPr>
        <p:spPr>
          <a:xfrm>
            <a:off x="8146264" y="1263648"/>
            <a:ext cx="3589870" cy="25401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Placeholder 25">
            <a:extLst>
              <a:ext uri="{FF2B5EF4-FFF2-40B4-BE49-F238E27FC236}">
                <a16:creationId xmlns:a16="http://schemas.microsoft.com/office/drawing/2014/main" id="{0DC1DEB2-4D7A-87E7-58EC-6105C12173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46264" y="1340338"/>
            <a:ext cx="3589859" cy="134620"/>
          </a:xfrm>
        </p:spPr>
        <p:txBody>
          <a:bodyPr anchor="ctr"/>
          <a:lstStyle>
            <a:lvl1pPr>
              <a:buNone/>
              <a:defRPr sz="9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2889E5F6-852E-12E0-85F2-815F9F6CA2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6264" y="1543539"/>
            <a:ext cx="3589859" cy="203197"/>
          </a:xfrm>
        </p:spPr>
        <p:txBody>
          <a:bodyPr anchor="ctr"/>
          <a:lstStyle>
            <a:lvl1pPr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14E8C07-D7D0-33F6-DA9B-DF69679B938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146251" y="1873255"/>
            <a:ext cx="3589859" cy="4510665"/>
          </a:xfrm>
        </p:spPr>
        <p:txBody>
          <a:bodyPr/>
          <a:lstStyle>
            <a:lvl1pPr marL="0" indent="0">
              <a:buNone/>
              <a:defRPr sz="16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32539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Columns - Blue Title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B3FC619-3ECC-F541-BA6C-9ABE88ED2839}"/>
              </a:ext>
            </a:extLst>
          </p:cNvPr>
          <p:cNvSpPr/>
          <p:nvPr userDrawn="1"/>
        </p:nvSpPr>
        <p:spPr>
          <a:xfrm>
            <a:off x="0" y="474080"/>
            <a:ext cx="543600" cy="572400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49FB20D-9EE9-451B-E2D5-C3B69B2F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474080"/>
            <a:ext cx="10515600" cy="572400"/>
          </a:xfrm>
        </p:spPr>
        <p:txBody>
          <a:bodyPr/>
          <a:lstStyle>
            <a:lvl1pPr>
              <a:defRPr sz="33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835B4EB-3A22-F897-3C49-3A1DCEB7110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57187" y="1873255"/>
            <a:ext cx="3589859" cy="4510665"/>
          </a:xfrm>
        </p:spPr>
        <p:txBody>
          <a:bodyPr/>
          <a:lstStyle>
            <a:lvl1pPr marL="0" indent="0">
              <a:buNone/>
              <a:defRPr sz="16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3CCDB7DD-83E2-057B-9349-C8B39861C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866" y="1263648"/>
            <a:ext cx="3589859" cy="483088"/>
          </a:xfrm>
          <a:solidFill>
            <a:srgbClr val="00AAEB"/>
          </a:solidFill>
        </p:spPr>
        <p:txBody>
          <a:bodyPr anchor="ctr"/>
          <a:lstStyle>
            <a:lvl1pPr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123FF86-A9EF-5410-4B93-F05572139AF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302356" y="1873255"/>
            <a:ext cx="3589859" cy="4510665"/>
          </a:xfrm>
        </p:spPr>
        <p:txBody>
          <a:bodyPr/>
          <a:lstStyle>
            <a:lvl1pPr marL="0" indent="0">
              <a:buNone/>
              <a:defRPr sz="16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58B7ACE6-00D1-31DB-D904-441CF153B5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1035" y="1263648"/>
            <a:ext cx="3589859" cy="483088"/>
          </a:xfrm>
          <a:solidFill>
            <a:srgbClr val="00AAEB"/>
          </a:solidFill>
        </p:spPr>
        <p:txBody>
          <a:bodyPr anchor="ctr"/>
          <a:lstStyle>
            <a:lvl1pPr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8454DA2-89EB-8ED2-DF06-5455E5F625CA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147525" y="1873255"/>
            <a:ext cx="3589859" cy="4510665"/>
          </a:xfrm>
        </p:spPr>
        <p:txBody>
          <a:bodyPr/>
          <a:lstStyle>
            <a:lvl1pPr marL="0" indent="0">
              <a:buNone/>
              <a:defRPr sz="16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762A6B69-A70B-060D-22DC-14A42605AB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46204" y="1263648"/>
            <a:ext cx="3589859" cy="483088"/>
          </a:xfrm>
          <a:solidFill>
            <a:srgbClr val="00AAEB"/>
          </a:solidFill>
        </p:spPr>
        <p:txBody>
          <a:bodyPr anchor="ctr"/>
          <a:lstStyle>
            <a:lvl1pPr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0882641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E4DBC9-A27A-5AFF-7664-3080F55F1BCC}"/>
              </a:ext>
            </a:extLst>
          </p:cNvPr>
          <p:cNvSpPr/>
          <p:nvPr userDrawn="1"/>
        </p:nvSpPr>
        <p:spPr>
          <a:xfrm>
            <a:off x="0" y="474080"/>
            <a:ext cx="543600" cy="572400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42D7FB-B99D-E366-6CE8-32FD88084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474080"/>
            <a:ext cx="10515600" cy="572400"/>
          </a:xfrm>
        </p:spPr>
        <p:txBody>
          <a:bodyPr/>
          <a:lstStyle>
            <a:lvl1pPr>
              <a:defRPr sz="33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1F8E5D-816B-07E8-FF56-39A7A0159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3016" y="6539887"/>
            <a:ext cx="778384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948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E4DBC9-A27A-5AFF-7664-3080F55F1BCC}"/>
              </a:ext>
            </a:extLst>
          </p:cNvPr>
          <p:cNvSpPr/>
          <p:nvPr userDrawn="1"/>
        </p:nvSpPr>
        <p:spPr>
          <a:xfrm>
            <a:off x="0" y="474080"/>
            <a:ext cx="543600" cy="572400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42D7FB-B99D-E366-6CE8-32FD88084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474080"/>
            <a:ext cx="10515600" cy="572400"/>
          </a:xfrm>
        </p:spPr>
        <p:txBody>
          <a:bodyPr/>
          <a:lstStyle>
            <a:lvl1pPr>
              <a:defRPr sz="33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98F9BC-167F-13B2-DBFD-BDCA732BE3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600" y="3510723"/>
            <a:ext cx="10600560" cy="257768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63D060-5573-CB7F-814A-5AA069401B5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33600" y="2796790"/>
            <a:ext cx="2758530" cy="365996"/>
          </a:xfrm>
        </p:spPr>
        <p:txBody>
          <a:bodyPr/>
          <a:lstStyle>
            <a:lvl1pPr marL="0" indent="0">
              <a:buNone/>
              <a:defRPr sz="16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791C62-0EE2-8400-0115-5BEA64C9C35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33600" y="2393667"/>
            <a:ext cx="2758530" cy="365996"/>
          </a:xfrm>
        </p:spPr>
        <p:txBody>
          <a:bodyPr/>
          <a:lstStyle>
            <a:lvl1pPr marL="0" indent="0">
              <a:buNone/>
              <a:defRPr sz="1600">
                <a:solidFill>
                  <a:srgbClr val="00AAE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0E90A97-2E81-3CEA-CC36-1A209837B0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69858" y="2796790"/>
            <a:ext cx="2758530" cy="365996"/>
          </a:xfrm>
        </p:spPr>
        <p:txBody>
          <a:bodyPr/>
          <a:lstStyle>
            <a:lvl1pPr marL="0" indent="0">
              <a:buNone/>
              <a:defRPr sz="16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FDD7271-7B97-85DF-2B4A-E4A90323F7B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369858" y="2393667"/>
            <a:ext cx="2758530" cy="365996"/>
          </a:xfrm>
        </p:spPr>
        <p:txBody>
          <a:bodyPr/>
          <a:lstStyle>
            <a:lvl1pPr marL="0" indent="0">
              <a:buNone/>
              <a:defRPr sz="1600">
                <a:solidFill>
                  <a:srgbClr val="00AAE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AAD158-360E-3A29-D37C-3456D05564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3016" y="6539887"/>
            <a:ext cx="778384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1672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3F76A3D-863C-BE80-2DFD-E2D520082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600" y="1197337"/>
            <a:ext cx="10515600" cy="365996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7AA4F3-01C6-CD63-9A1C-18CDF9D0B12F}"/>
              </a:ext>
            </a:extLst>
          </p:cNvPr>
          <p:cNvSpPr/>
          <p:nvPr userDrawn="1"/>
        </p:nvSpPr>
        <p:spPr>
          <a:xfrm>
            <a:off x="0" y="474080"/>
            <a:ext cx="543600" cy="572400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AEDF84-E715-7D42-1353-B20216456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474080"/>
            <a:ext cx="10515600" cy="572400"/>
          </a:xfrm>
        </p:spPr>
        <p:txBody>
          <a:bodyPr/>
          <a:lstStyle>
            <a:lvl1pPr>
              <a:defRPr sz="33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AD60408-251F-9598-83DE-CF27616004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3016" y="6539887"/>
            <a:ext cx="778384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78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gradFill>
          <a:gsLst>
            <a:gs pos="0">
              <a:schemeClr val="bg1"/>
            </a:gs>
            <a:gs pos="100000">
              <a:srgbClr val="EDF0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3F76A3D-863C-BE80-2DFD-E2D520082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600" y="1197337"/>
            <a:ext cx="10515600" cy="365996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7AA4F3-01C6-CD63-9A1C-18CDF9D0B12F}"/>
              </a:ext>
            </a:extLst>
          </p:cNvPr>
          <p:cNvSpPr/>
          <p:nvPr userDrawn="1"/>
        </p:nvSpPr>
        <p:spPr>
          <a:xfrm>
            <a:off x="0" y="474080"/>
            <a:ext cx="543600" cy="572400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AEDF84-E715-7D42-1353-B20216456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474080"/>
            <a:ext cx="10515600" cy="572400"/>
          </a:xfrm>
        </p:spPr>
        <p:txBody>
          <a:bodyPr/>
          <a:lstStyle>
            <a:lvl1pPr>
              <a:defRPr sz="33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AD60408-251F-9598-83DE-CF27616004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3016" y="6539887"/>
            <a:ext cx="778384" cy="155448"/>
          </a:xfrm>
          <a:prstGeom prst="rect">
            <a:avLst/>
          </a:prstGeom>
        </p:spPr>
      </p:pic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97E734F-AFF1-580A-7064-2EB074AE31B5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33413" y="1887538"/>
            <a:ext cx="10515600" cy="41783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561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ster-cover-1.png">
            <a:extLst>
              <a:ext uri="{FF2B5EF4-FFF2-40B4-BE49-F238E27FC236}">
                <a16:creationId xmlns:a16="http://schemas.microsoft.com/office/drawing/2014/main" id="{D3A0D22A-6FA7-57D2-96DD-BCCCD812AD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A9E9217-163E-C37C-1D9F-F783FF0CF9CE}"/>
              </a:ext>
            </a:extLst>
          </p:cNvPr>
          <p:cNvSpPr/>
          <p:nvPr userDrawn="1"/>
        </p:nvSpPr>
        <p:spPr>
          <a:xfrm>
            <a:off x="0" y="6826248"/>
            <a:ext cx="12193200" cy="31752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64C8A-9570-4DB7-DAFF-D64CC8B0C392}"/>
              </a:ext>
            </a:extLst>
          </p:cNvPr>
          <p:cNvSpPr txBox="1"/>
          <p:nvPr userDrawn="1"/>
        </p:nvSpPr>
        <p:spPr>
          <a:xfrm>
            <a:off x="9633888" y="6077556"/>
            <a:ext cx="2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FFFFFF"/>
                </a:solidFill>
                <a:latin typeface="Inter"/>
              </a:rPr>
              <a:t>www.contabo.com</a:t>
            </a:r>
            <a:endParaRPr sz="1400" b="0" i="0" dirty="0">
              <a:solidFill>
                <a:srgbClr val="FFFFFF"/>
              </a:solidFill>
              <a:latin typeface="Inter"/>
            </a:endParaRPr>
          </a:p>
        </p:txBody>
      </p:sp>
      <p:pic>
        <p:nvPicPr>
          <p:cNvPr id="8" name="Picture 7" descr="logo-white.png">
            <a:extLst>
              <a:ext uri="{FF2B5EF4-FFF2-40B4-BE49-F238E27FC236}">
                <a16:creationId xmlns:a16="http://schemas.microsoft.com/office/drawing/2014/main" id="{6A97A38E-6332-CAD1-32D7-4FF57AA492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968" y="590616"/>
            <a:ext cx="1505160" cy="300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A79335-3875-4CFE-71D6-95694F8EDC6D}"/>
              </a:ext>
            </a:extLst>
          </p:cNvPr>
          <p:cNvSpPr txBox="1"/>
          <p:nvPr userDrawn="1"/>
        </p:nvSpPr>
        <p:spPr>
          <a:xfrm>
            <a:off x="0" y="1260000"/>
            <a:ext cx="1219320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 dirty="0" err="1">
                <a:solidFill>
                  <a:srgbClr val="FFFFFF"/>
                </a:solidFill>
                <a:latin typeface="Inter"/>
              </a:rPr>
              <a:t>Dankeschön</a:t>
            </a:r>
            <a:endParaRPr sz="4800" b="0" i="0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E59AB9-979E-474F-1BB7-68D5B5029A84}"/>
              </a:ext>
            </a:extLst>
          </p:cNvPr>
          <p:cNvSpPr txBox="1"/>
          <p:nvPr userDrawn="1"/>
        </p:nvSpPr>
        <p:spPr>
          <a:xfrm>
            <a:off x="0" y="2177999"/>
            <a:ext cx="1219320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Inter"/>
              </a:rPr>
              <a:t>Thank You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DF40FF-56BB-9B0E-2C25-A76F0BE56C0E}"/>
              </a:ext>
            </a:extLst>
          </p:cNvPr>
          <p:cNvSpPr txBox="1"/>
          <p:nvPr userDrawn="1"/>
        </p:nvSpPr>
        <p:spPr>
          <a:xfrm>
            <a:off x="0" y="3095998"/>
            <a:ext cx="1219320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Inter"/>
              </a:rPr>
              <a:t>Gracias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9E5B30-4300-1837-A6EA-40CCE086D0BE}"/>
              </a:ext>
            </a:extLst>
          </p:cNvPr>
          <p:cNvSpPr txBox="1"/>
          <p:nvPr userDrawn="1"/>
        </p:nvSpPr>
        <p:spPr>
          <a:xfrm>
            <a:off x="0" y="4013997"/>
            <a:ext cx="1219320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Inter"/>
              </a:rPr>
              <a:t>धन्यवाद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C37519-40E7-2F1E-155A-7109E22C8CEF}"/>
              </a:ext>
            </a:extLst>
          </p:cNvPr>
          <p:cNvSpPr txBox="1"/>
          <p:nvPr userDrawn="1"/>
        </p:nvSpPr>
        <p:spPr>
          <a:xfrm>
            <a:off x="0" y="4931996"/>
            <a:ext cx="1219320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Inter"/>
              </a:rPr>
              <a:t>ありがとうございます</a:t>
            </a:r>
          </a:p>
        </p:txBody>
      </p:sp>
    </p:spTree>
    <p:extLst>
      <p:ext uri="{BB962C8B-B14F-4D97-AF65-F5344CB8AC3E}">
        <p14:creationId xmlns:p14="http://schemas.microsoft.com/office/powerpoint/2010/main" val="24478589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628B-4D99-21E5-E689-D56529B05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C437A-17B6-2EF8-F308-BA0AA0F26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8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0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0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29F8D9-FAC6-3229-5034-380FBCB42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43650-662E-8445-4C9D-9C3A4A5950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6CECAE6-CE31-6945-A426-085D182C81ED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882D9-CF86-7448-E2CB-10620E911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>
              <a:solidFill>
                <a:srgbClr val="19232D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DC929-4652-FB70-8BA2-D08389BD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4AFE608-CFE2-8045-A7E0-10DE388BE6B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843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9F202-7EDF-943B-E3ED-EB7C33B4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52884-F651-289F-0965-4E8F888CA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37C29-966E-0182-5943-2041A911C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EC91A-FA01-105F-D77C-8A6C7920DE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ECAE6-CE31-6945-A426-085D182C81E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B60F3-0371-A7AF-291E-6381D7092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875EC-71EF-AB35-92C9-B62A29747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AFE608-CFE2-8045-A7E0-10DE388BE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681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FCBA2-37D2-96A2-6D00-A71A16203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58D2A-CFA5-1A27-6A56-1765608B80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ECAE6-CE31-6945-A426-085D182C81E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0C496-599C-9318-492C-831EB57B7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C42A2-0695-AC24-3986-8A1B3F25F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AFE608-CFE2-8045-A7E0-10DE388BE6B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9C92372-9D5F-A82F-A5C7-EFCD50E7B9C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33600" y="1197337"/>
            <a:ext cx="10515600" cy="365996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0C4232-6F4E-BD1B-6206-981ABF7D2831}"/>
              </a:ext>
            </a:extLst>
          </p:cNvPr>
          <p:cNvSpPr/>
          <p:nvPr userDrawn="1"/>
        </p:nvSpPr>
        <p:spPr>
          <a:xfrm>
            <a:off x="0" y="474080"/>
            <a:ext cx="543600" cy="572400"/>
          </a:xfrm>
          <a:prstGeom prst="rect">
            <a:avLst/>
          </a:prstGeom>
          <a:solidFill>
            <a:srgbClr val="00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227A5B9-80F5-25AA-189B-56917514D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474080"/>
            <a:ext cx="10515600" cy="572400"/>
          </a:xfrm>
        </p:spPr>
        <p:txBody>
          <a:bodyPr/>
          <a:lstStyle>
            <a:lvl1pPr>
              <a:defRPr sz="3300" b="1">
                <a:solidFill>
                  <a:srgbClr val="1923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76702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E6815-991C-33D0-4260-00BA933A3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5CAB8-990F-B086-7EFE-893EBDE71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56323-F049-F3DA-BE84-00A94DC5D6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ECAE6-CE31-6945-A426-085D182C81E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99A21-6745-3E2C-4F4B-2437D124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E4DE-67FB-2FDD-2B7E-D78C470A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AFE608-CFE2-8045-A7E0-10DE388BE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85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EF0E68-0759-C26A-F16A-41AF66D3F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82CF8-CD1B-4369-383E-0CCD3B0C1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AE563D-8D00-C46C-4BDD-27681DBC2EE7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11233016" y="6539887"/>
            <a:ext cx="778384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15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73" r:id="rId9"/>
    <p:sldLayoutId id="2147483660" r:id="rId10"/>
    <p:sldLayoutId id="2147483669" r:id="rId11"/>
    <p:sldLayoutId id="2147483670" r:id="rId12"/>
    <p:sldLayoutId id="2147483675" r:id="rId13"/>
    <p:sldLayoutId id="2147483676" r:id="rId14"/>
    <p:sldLayoutId id="2147483679" r:id="rId15"/>
    <p:sldLayoutId id="2147483678" r:id="rId16"/>
    <p:sldLayoutId id="2147483671" r:id="rId17"/>
    <p:sldLayoutId id="2147483672" r:id="rId18"/>
    <p:sldLayoutId id="2147483682" r:id="rId19"/>
    <p:sldLayoutId id="2147483684" r:id="rId20"/>
    <p:sldLayoutId id="2147483683" r:id="rId21"/>
    <p:sldLayoutId id="2147483685" r:id="rId22"/>
    <p:sldLayoutId id="2147483677" r:id="rId23"/>
    <p:sldLayoutId id="2147483680" r:id="rId24"/>
    <p:sldLayoutId id="2147483674" r:id="rId25"/>
    <p:sldLayoutId id="2147483681" r:id="rId26"/>
    <p:sldLayoutId id="2147483668" r:id="rId27"/>
    <p:sldLayoutId id="2147483656" r:id="rId28"/>
    <p:sldLayoutId id="2147483657" r:id="rId29"/>
    <p:sldLayoutId id="2147483658" r:id="rId30"/>
    <p:sldLayoutId id="2147483659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9232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9232D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9232D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9232D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9232D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9232D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8426-2385-35EC-9EE3-3602A0CB0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7755C-51A6-AF60-CB1E-972274CD27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42F610-39D6-724E-2CF0-F24768A48C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8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95095"/>
      </a:accent1>
      <a:accent2>
        <a:srgbClr val="05A9EA"/>
      </a:accent2>
      <a:accent3>
        <a:srgbClr val="18232C"/>
      </a:accent3>
      <a:accent4>
        <a:srgbClr val="FFB300"/>
      </a:accent4>
      <a:accent5>
        <a:srgbClr val="0C8C64"/>
      </a:accent5>
      <a:accent6>
        <a:srgbClr val="D61919"/>
      </a:accent6>
      <a:hlink>
        <a:srgbClr val="FAE15A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D6BDF07-444D-074E-87B6-1F0E070594B1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6064184-1e0a-42ad-880f-267731fc041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sansalone</dc:creator>
  <cp:lastModifiedBy>marco sansalone</cp:lastModifiedBy>
  <cp:revision>17</cp:revision>
  <dcterms:created xsi:type="dcterms:W3CDTF">2026-06-10T20:23:25Z</dcterms:created>
  <dcterms:modified xsi:type="dcterms:W3CDTF">2026-06-15T13:03:47Z</dcterms:modified>
</cp:coreProperties>
</file>